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36576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657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 para gestionar barberías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3383280"/>
            <a:ext cx="25603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· Puntos · Bot WhatsApp · Sin App Store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resuelve BarberApp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Filas y esperas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no saben cuánto esperar y se van a la competencia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manual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Libretas, hojas o WhatsApp sin orden generan cancelaciones y olvidos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datos del cliente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292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barbero no sabe quién viene seguido ni qué servicio prefiere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métricas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no sabe cuánto gana, qué día está lleno ni quién falta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formas de acceso — sin App Store ni Google Play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1704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155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8328" y="1645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— App Web Instalable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" y="22402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" y="265176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desde el navegador. Sin tienda, sin descarga. Funciona en iPhone y Android como app nativa.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" y="3840480"/>
            <a:ext cx="252374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384048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o Chrome → link → Agregar a inicio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54680" y="1005840"/>
            <a:ext cx="27432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54680" y="100584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64408" y="117043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6440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1556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64408" y="1645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 de WhatsApp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264408" y="22402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$1–3 USD/mes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264408" y="265176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agenda directo desde su WhatsApp. Sin instalar nada. El bot responde solo 24/7.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64408" y="3840480"/>
            <a:ext cx="252374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64408" y="384048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ManyChat · Plan gratuito hasta 1,000 contactos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80760" y="1005840"/>
            <a:ext cx="27432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80760" y="1005840"/>
            <a:ext cx="2743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90488" y="117043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9048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1556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90488" y="16459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 QR en el local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190488" y="22402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6190488" y="265176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barbero pega el QR en su espejo. El cliente escanea con la cámara y reserva en 2 minutos.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190488" y="3840480"/>
            <a:ext cx="252374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90488" y="384048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qrcode-monkey.com · Gratuito · Con logo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roles de usuario — separados y seguros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0116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149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014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(Tú — dueño de la plataforma)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1618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15544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todas las barberías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24028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176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/ elimina clientes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8620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7980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métricas globales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348386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341985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los planes mensuales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1056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40416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Resetea contraseñas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7744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377440" y="960120"/>
            <a:ext cx="201168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014984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926080" y="1014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Barbería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92608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(Dueño del negocio)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514600" y="16184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06624" y="15544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solo su barbería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514600" y="22402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06624" y="2176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sus barberos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514600" y="28620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06624" y="27980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ingresos del negocio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514600" y="348386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706624" y="341985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promociones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514600" y="41056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06624" y="40416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sus clientes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7200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572000" y="960120"/>
            <a:ext cx="20116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014984"/>
            <a:ext cx="384048" cy="38404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20640" y="1014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Barbero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12064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(Empleado)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09160" y="161848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901184" y="15544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agenda del día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709160" y="224028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901184" y="2176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citas completadas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709160" y="286207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901184" y="27980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sus clientes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4709160" y="348386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901184" y="341985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calificación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4709160" y="410565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901184" y="40416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ingresos</a:t>
            </a:r>
            <a:endParaRPr lang="en-US" sz="1100" dirty="0"/>
          </a:p>
        </p:txBody>
      </p:sp>
      <p:sp>
        <p:nvSpPr>
          <p:cNvPr id="50" name="Shape 45"/>
          <p:cNvSpPr/>
          <p:nvPr/>
        </p:nvSpPr>
        <p:spPr>
          <a:xfrm>
            <a:off x="676656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6766560" y="96012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014984"/>
            <a:ext cx="384048" cy="384048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315200" y="1014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 Final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7315200" y="1234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(Usuario de la app)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903720" y="1618488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095744" y="15544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citas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6903720" y="2240280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095744" y="2176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 historial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6903720" y="2862072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095744" y="27980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puntos acumulados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6903720" y="3483864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095744" y="341985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/ reagenda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6903720" y="4105656"/>
            <a:ext cx="128016" cy="12801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095744" y="40416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 otros clientes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cada barbería tiene su barberia_id único — ningún rol puede ver datos de otra barbería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Registro, login y contraseñas — Firebase Authentication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Métodos de acceso disponibles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9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+ contraseña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Opción clásica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377440"/>
            <a:ext cx="3931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420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con Google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Sin errores de email · Recomendado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337560"/>
            <a:ext cx="3931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021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Número de teléfono + SMS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05840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 USD/SMS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914400"/>
            <a:ext cx="420624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incluida por Firebase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44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Contraseñas encriptadas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166360" y="17647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las hashea automáticamente. Nunca se guardan en texto plano.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37744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Tokens JWT seguros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66360" y="2587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usa un token firmado. Expira automáticamente.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0040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2FA para Super Admin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166360" y="34107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dos pasos obligatoria para el panel maestro.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023360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6636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Verificación de email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166360" y="4233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registrarse, el cliente confirma su correo antes de su primera cita.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usuarios — Reset · Corregir email · Borrar cuenta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80720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8072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332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03327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Reset de contraseña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581912"/>
            <a:ext cx="2532888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581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código · Gratis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020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5216" y="19659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toca 'Olvidé mi contraseña'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25237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216" y="246888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su email registrado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30266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216" y="2971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envía link seguro automático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35295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5216" y="347472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crea nueva contraseña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92608" y="4206240"/>
            <a:ext cx="2587752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423367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desde Firebase Console: Authentication → usuario → 3 puntos → Enviar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172968" y="960120"/>
            <a:ext cx="280720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960120"/>
            <a:ext cx="280720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033272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03320" y="103327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Corregir email equivocado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310128" y="1581912"/>
            <a:ext cx="2532888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10128" y="1581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más común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10128" y="202082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10128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575304" y="19659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→ Authentication → Users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310128" y="252374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10128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575304" y="246888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usuario → clic en el lápiz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310128" y="302666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10128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575304" y="2971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email correcto → Guardar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3310128" y="352958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310128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3575304" y="347472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también en Firestore (colección usuarios)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3282696" y="4206240"/>
            <a:ext cx="2587752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337560" y="423367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UID no cambia — citas, puntos e historial quedan intactos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163056" y="960120"/>
            <a:ext cx="280720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6163056" y="960120"/>
            <a:ext cx="280720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33272"/>
            <a:ext cx="347472" cy="347472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693408" y="103327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Borrar cuenta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6300216" y="1581912"/>
            <a:ext cx="2532888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300216" y="158191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confirmar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300216" y="202082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300216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6565392" y="19659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cliente lo pidió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6300216" y="252374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300216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6565392" y="246888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en Firebase Auth (deleteUser)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300216" y="302666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300216" y="3026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6565392" y="2971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perfil en Firestore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6300216" y="352958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6300216" y="3529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6565392" y="347472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citas pendientes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6272784" y="4206240"/>
            <a:ext cx="2587752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327648" y="423367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activar 'activo: false' — el cliente no entra pero sus datos se conservan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datos — Firebase Firestore (Google Cloud)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barberías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barberia_id (único)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nombre, logo, dirección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plan: básico/pro/cadena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activo: true/false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fecha_pago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05840"/>
            <a:ext cx="54864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usuarios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4813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uid (Firebase Auth)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role: admin/barbero/cliente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920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barberia_id (su barbería)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13969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nombre, email, teléfono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35915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contraseña (encriptada)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26080"/>
            <a:ext cx="4114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926080"/>
            <a:ext cx="54864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citas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cita_id (único)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6210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barberia_id, barbero_id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cliente_id, servicio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059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precio, duración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fecha, hora, estado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92608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926080"/>
            <a:ext cx="411480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926080"/>
            <a:ext cx="54864" cy="1645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métricas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92040" y="3401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barberia_id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6210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citas_mes, ingresos_mes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840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clientes_nuevos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4059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servicio_top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42793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tasa_cancelacion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00016"/>
            <a:ext cx="256032" cy="25603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13232" y="4681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automático diario · Google Cloud Storage · Escalado automático · Gratis hasta 10,000 usuarios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 de ventas y visitas — quién ve qué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Barberías en la plataforma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1536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aislados por barbería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1536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base Firebase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57400"/>
          <a:ext cx="8732520" cy="288036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554480"/>
                <a:gridCol w="1188720"/>
                <a:gridCol w="1188720"/>
              </a:tblGrid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Super Admin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Admin Barbería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Barbero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Cliente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Ingresos totales plataforma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Ingresos de su barbería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Citas del día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(todas)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(suyas)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(propias)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(propias)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Clientes registrados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(todos)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(suyos)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Parcial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Solo su perfil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Barbero con más citas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Historial y puntos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✓ (sus clientes)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Solo los suyos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Planes / facturación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Costos de implementación y operación mensual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Inversión inicial (una sola vez)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41732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$15,000–40,000 MXN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3931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47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UI/UX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9476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$5,000–12,000 MXN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3931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780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47802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USD/año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08376"/>
            <a:ext cx="3931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083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300837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USD (único)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38728"/>
            <a:ext cx="393192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38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web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53872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$10–15 USD/año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3931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MVP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4096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~$25,000–55,000 MXN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Operación mensual (recurrente)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417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(hasta 10k usuarios)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14173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USD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947672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476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backend (Railway)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19476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$5–20 USD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478024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4780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(100 citas)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247802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~$1–3 USD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008376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00837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ManyChat bot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300837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$0–15 USD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538728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538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/ hosting web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353872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 USD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4096512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mensual operación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43800" y="40965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$30–70 USD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de renta y punto de equilibrio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Básico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201168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24871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50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barbero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83464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100 clientes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31821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citas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52958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en vivo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8770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gratis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960120"/>
            <a:ext cx="256032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749808"/>
            <a:ext cx="146304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749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POPULAR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1752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$599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0175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359152"/>
            <a:ext cx="2011680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552" y="2487168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50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barberos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73552" y="283464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ilimitados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73552" y="318211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73552" y="3529584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automático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73552" y="3877056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 ingresos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96012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60720" y="1051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Cadena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76072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$1,299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57607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5040" y="2359152"/>
            <a:ext cx="2011680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6752" y="248716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450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 ilimitadas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16752" y="28346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7980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multi-local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16752" y="31821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tu logo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16752" y="35295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pagos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16752" y="38770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498848"/>
            <a:ext cx="347472" cy="347472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822960" y="4462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 de equilibrio: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651760" y="44622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10 barberías en plan Pro ($599) = $5,990 MXN/mes · Cubre operación y paga desarrollo en pocos meses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BarberApp está lista para construirse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1508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108960"/>
            <a:ext cx="1508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00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sin tienda de apps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3108960"/>
            <a:ext cx="1508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3108960"/>
            <a:ext cx="1508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2848" y="3200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WhatsApp desde $1 USD/mes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85616" y="3108960"/>
            <a:ext cx="1508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85616" y="3108960"/>
            <a:ext cx="1508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77056" y="3200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con permisos separados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49824" y="3108960"/>
            <a:ext cx="1508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49824" y="3108960"/>
            <a:ext cx="1508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41264" y="3200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Firebase: gratis hasta 10k usuarios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114032" y="3108960"/>
            <a:ext cx="15087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14032" y="3108960"/>
            <a:ext cx="1508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05472" y="32004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y gestión de usuarios incluida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barberapp.mx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BarberApp — Plataforma de gestión para barberías</dc:title>
  <dc:subject>PptxGenJS Presentation</dc:subject>
  <dc:creator>PptxGenJS</dc:creator>
  <cp:lastModifiedBy>PptxGenJS</cp:lastModifiedBy>
  <cp:revision>1</cp:revision>
  <dcterms:created xsi:type="dcterms:W3CDTF">2026-05-03T16:32:29Z</dcterms:created>
  <dcterms:modified xsi:type="dcterms:W3CDTF">2026-05-03T16:32:29Z</dcterms:modified>
</cp:coreProperties>
</file>